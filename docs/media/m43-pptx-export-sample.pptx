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text]
Quarterly Review
Sloodge — structured PPTX export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[Sloodge] This slide is animated; the exported image shows its final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286000"/>
            <a:ext cx="952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33500" y="36195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8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Sloodge — structured PPTX export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143500" y="4476750"/>
            <a:ext cx="1905000" cy="38100"/>
          </a:xfrm>
          <a:prstGeom prst="rect">
            <a:avLst/>
          </a:prstGeom>
          <a:solidFill>
            <a:srgbClr val="78AA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 2026</dc:title>
  <dc:subject>PptxGenJS Presentation</dc:subject>
  <dc:creator>Sloodge</dc:creator>
  <cp:lastModifiedBy>Sloodge</cp:lastModifiedBy>
  <cp:revision>1</cp:revision>
  <dcterms:created xsi:type="dcterms:W3CDTF">2026-08-01T05:44:26Z</dcterms:created>
  <dcterms:modified xsi:type="dcterms:W3CDTF">2026-08-01T05:44:26Z</dcterms:modified>
</cp:coreProperties>
</file>