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of the round-trip fixture.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</a:rPr>
              <a:t>Round-trip fixture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B5563"/>
                </a:solidFill>
              </a:rPr>
              <a:t>Generated by sloodge M4.3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2926080" cy="1463040"/>
          </a:xfrm>
          <a:prstGeom prst="roundRect">
            <a:avLst>
              <a:gd name="adj" fmla="val 12000"/>
            </a:avLst>
          </a:prstGeom>
          <a:solidFill>
            <a:srgbClr val="4C8D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Second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12745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First bullet</a:t>
            </a:r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Second bullet</a:t>
            </a:r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Third bullet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2926080"/>
            <a:ext cx="2011680" cy="20116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92400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Sloodge export fixture</dc:title>
  <dc:subject>PptxGenJS Presentation</dc:subject>
  <dc:creator>Sloodge</dc:creator>
  <cp:lastModifiedBy>Sloodge</cp:lastModifiedBy>
  <cp:revision>1</cp:revision>
  <dcterms:created xsi:type="dcterms:W3CDTF">2026-08-01T22:31:36Z</dcterms:created>
  <dcterms:modified xsi:type="dcterms:W3CDTF">2026-08-01T22:31:36Z</dcterms:modified>
</cp:coreProperties>
</file>