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board —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 year over year</a:t>
            </a:r>
          </a:p>
          <a:p>
            <a:pPr lvl="1">
              <a:defRPr b="0" sz="2000"/>
            </a:pPr>
            <a:r>
              <a:t>Churn down to 2.1%</a:t>
            </a:r>
          </a:p>
          <a:p>
            <a:pPr lvl="1">
              <a:defRPr b="1" sz="2000"/>
            </a:pPr>
            <a:r>
              <a:t>Two enterprise logos closed</a:t>
            </a:r>
          </a:p>
          <a:p>
            <a:pPr>
              <a:defRPr b="0" sz="2000"/>
            </a:pPr>
            <a:r>
              <a:t>Hiring plan is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 explicitly positioned text box</a:t>
            </a:r>
            <a:r>
              <a:rPr i="1"/>
              <a:t> with a second run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1828800" cy="1188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6459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$4.2M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